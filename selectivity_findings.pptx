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4754880"/>
            <a:ext cx="146304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Selectivity Options for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Age-Structured Stock Assessments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comparative framework using RTMB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Ianelli  ·  NOAA / NMFS Alaska Fisheries Science Center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 ·  Double Logistic  ·  Penalized Spline  ·  2D AR1 Time-Varying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selectivity choice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4572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28800"/>
            <a:ext cx="109728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37744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families compared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337560"/>
            <a:ext cx="4572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337560"/>
            <a:ext cx="109728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747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37744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RTMB framework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846320"/>
            <a:ext cx="4572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4846320"/>
            <a:ext cx="109728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983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2377440" y="5029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between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and estimability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1828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influential — yet least observable — component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237744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governs how fishing mortality and survey catchability vary with age.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assumed shape directly affects: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Spawning biomass and recruitment estimates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mortality and reference points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advice and quota recommendations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Misspecification propagates into biased advice (Punt 2013; Thompson 1994).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Options for Age-Structured Stock Assessments  ·  J. Ianelli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selectivity families on one gradient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97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269748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parameters, monotone ascending. Strong structural prior — robust but rigid.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486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645920"/>
            <a:ext cx="2697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645920"/>
            <a:ext cx="269748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2336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Logistic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51460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parameters, dome-shaped. Captures avoidance at older ages; confounds with 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5486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645920"/>
            <a:ext cx="2697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645920"/>
            <a:ext cx="269748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Penalized Spline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251460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B-spline with smoothness penalty. Semi-parametric middle ground.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5486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Medium–High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98280" y="1645920"/>
            <a:ext cx="2697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98280" y="1645920"/>
            <a:ext cx="2697480" cy="59436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8408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AR1 Time-Varying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0" y="251460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 autoregressive surface over year × age. Smooth temporal evolution.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5486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 Structural assumptions strong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6263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Latent-process flexibility high  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Options for Age-Structured Stock Assessments  ·  J. Ianelli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logistic: parsimonious baseline</a:t>
            </a:r>
            <a:endParaRPr lang="en-US" sz="2800" dirty="0"/>
          </a:p>
        </p:txBody>
      </p:sp>
      <p:pic>
        <p:nvPicPr>
          <p:cNvPr id="5" name="Image 0" descr="/Users/jim/_mymods/selex/_freeze/index/figure-html/logistic_selectivity-fig-logistic-scenarios-output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9494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554480"/>
            <a:ext cx="4114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0" y="1554480"/>
            <a:ext cx="109728" cy="4572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a₅₀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 at 50% selectivity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slope width (50% → 95%)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1089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when composition data are limited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easy to communicate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default baseline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55280" y="4526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55280" y="4846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monotonicity induces structural bias when older fish are less vulnerable; variation gets pushed into other parameters.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Options for Age-Structured Stock Assessments  ·  J. Ianelli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logistic: dome-shape with three parameters</a:t>
            </a:r>
            <a:endParaRPr lang="en-US" sz="2800" dirty="0"/>
          </a:p>
        </p:txBody>
      </p:sp>
      <p:pic>
        <p:nvPicPr>
          <p:cNvPr id="5" name="Image 0" descr="/Users/jim/_mymods/selex/_freeze/index/figure-html/double_logistic_selectivity-cell-4-output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9494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554480"/>
            <a:ext cx="4114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0" y="1554480"/>
            <a:ext cx="109728" cy="4572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parameters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20116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slope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p₂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shift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p₃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 slope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use it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35204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gear avoidance, ontogenetic habitat shifts, or differential availability while staying low-dimensional.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4754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Confounding risk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50749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 shape can be confounded with natural mortality and cohort effects when older ages are weakly informed by composition data (Thompson 1994).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Options for Age-Structured Stock Assessments  ·  J. Ianelli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Penalized spline: flexible with explicit smoothness</a:t>
            </a:r>
            <a:endParaRPr lang="en-US" sz="2800" dirty="0"/>
          </a:p>
        </p:txBody>
      </p:sp>
      <p:pic>
        <p:nvPicPr>
          <p:cNvPr id="5" name="Image 0" descr="/Users/jim/_mymods/selex/_freeze/index/figure-html/spline_selectivity-cell-4-output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9494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554480"/>
            <a:ext cx="4114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0" y="1554480"/>
            <a:ext cx="109728" cy="4572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20116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B-spline basis on age, mean-normalized over a reference age range to keep the objective smooth.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Smoothness control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× Σ (Δ²β)²  penalty on second differences trades fit against roughness.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Captures arbitrary shapes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45720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Logistic-like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Dome-shaped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Flat-topped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Options for Age-Structured Stock Assessments  ·  J. Ianelli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AR1: time-varying selectivity surface</a:t>
            </a:r>
            <a:endParaRPr lang="en-US" sz="2800" dirty="0"/>
          </a:p>
        </p:txBody>
      </p:sp>
      <p:pic>
        <p:nvPicPr>
          <p:cNvPr id="5" name="Image 0" descr="/Users/jim/_mymods/selex/_freeze/index/figure-html/timevarying_selectivity-cell-4-output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9494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554480"/>
            <a:ext cx="4114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0" y="1554480"/>
            <a:ext cx="109728" cy="457200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hyperparameters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20116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ρy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year-to-year correlation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ρa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age-to-age correlation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scale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3246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Separable Kronecker structure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Qy ⊗ Qa  evaluated by RTMB's dseparable + dautoreg — O(B·A) rather than O((B·A)³).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4617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attractive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49377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year × age evolution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hyperparameters per fishery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on top of block structure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Options for Age-Structured Stock Assessments  ·  J. Ianelli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Selectivity is a latent process,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deterministic curve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a functional form is equivalent to choosing a prior precision structure on an unobserved year × age surface.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3566160" cy="24688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931920"/>
            <a:ext cx="640080" cy="64008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7452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complexity to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7548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selectivity flexibility should track information content in composition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3657600"/>
            <a:ext cx="3566160" cy="24688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931920"/>
            <a:ext cx="640080" cy="64008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Regularization is essential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47548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Penalties, priors, and precision structures are not optional — they prevent confounding and overfitting.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3657600"/>
            <a:ext cx="3566160" cy="24688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3931920"/>
            <a:ext cx="640080" cy="64008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6404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multiple diagnostics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47548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AIC, DIC, cross-validation, and posterior-predictive checks under explicit prior structure.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Options for Age-Structured Stock Assessments  ·  J. Ianelli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defensible selectivity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10789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1828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parsimonious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194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or double logistic baseline. Diagnose composition residuals and retrospective patterns.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834640"/>
            <a:ext cx="10789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01752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1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flexibility only as needed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337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splines or 2D AR1 when diagnostics show systematic lack of fit and the data support richer structure.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10789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160520"/>
            <a:ext cx="594360" cy="59436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with multiple tools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480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criteria, posterior-predictive checks, and sensitivity of management quantities — not a single AIC.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120640"/>
            <a:ext cx="10789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303520"/>
            <a:ext cx="594360" cy="59436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303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9164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the regularization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5623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selectivity dynamics are conditional on prior and penalty assumptions. State them explicitly.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Options for Age-Structured Stock Assessments  ·  J. Ianelli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curve family is universally best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question is whether the assumed latent structure is commensurate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the available information and management objectives.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5349240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 in one sentence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7947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Low-dimensional forms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robust under sparse data but risk structural bias.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latent surfaces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bias risk but require explicit regularization to prevent confounding.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3246120"/>
            <a:ext cx="5349240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take away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37947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selectivity as a latent process, not a deterministic curve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flexibility to data information content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priors and penalties part of the reported result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candidates with multiple diagnostics, not one statistic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6647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Options for Age-Structured Stock Assessments  ·  J. Ianelli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Selectivity Options for Age-Structured Stock Assessments</dc:title>
  <dc:subject>PptxGenJS Presentation</dc:subject>
  <dc:creator>James Ianelli</dc:creator>
  <cp:lastModifiedBy>James Ianelli</cp:lastModifiedBy>
  <cp:revision>1</cp:revision>
  <dcterms:created xsi:type="dcterms:W3CDTF">2026-04-07T15:26:49Z</dcterms:created>
  <dcterms:modified xsi:type="dcterms:W3CDTF">2026-04-07T15:26:49Z</dcterms:modified>
</cp:coreProperties>
</file>